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D3156B-A3A4-4406-AC52-EDDDBD8A0871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B034B82-BA1E-409B-AF75-DBCE4E25E304}">
      <dgm:prSet/>
      <dgm:spPr/>
      <dgm:t>
        <a:bodyPr/>
        <a:lstStyle/>
        <a:p>
          <a:r>
            <a:rPr lang="en-IN"/>
            <a:t>Dataset Information</a:t>
          </a:r>
          <a:endParaRPr lang="en-US"/>
        </a:p>
      </dgm:t>
    </dgm:pt>
    <dgm:pt modelId="{95F513F6-ED05-4694-933B-19BD69FC2E3D}" type="parTrans" cxnId="{FBE0F84A-23A9-4D7C-8999-A77DF282729C}">
      <dgm:prSet/>
      <dgm:spPr/>
      <dgm:t>
        <a:bodyPr/>
        <a:lstStyle/>
        <a:p>
          <a:endParaRPr lang="en-US"/>
        </a:p>
      </dgm:t>
    </dgm:pt>
    <dgm:pt modelId="{427FD92B-DBAA-4C6A-BC92-E881406D2A38}" type="sibTrans" cxnId="{FBE0F84A-23A9-4D7C-8999-A77DF282729C}">
      <dgm:prSet/>
      <dgm:spPr/>
      <dgm:t>
        <a:bodyPr/>
        <a:lstStyle/>
        <a:p>
          <a:endParaRPr lang="en-US"/>
        </a:p>
      </dgm:t>
    </dgm:pt>
    <dgm:pt modelId="{0C8E5BFE-882E-488B-A2F9-F06E89BE7B81}">
      <dgm:prSet/>
      <dgm:spPr/>
      <dgm:t>
        <a:bodyPr/>
        <a:lstStyle/>
        <a:p>
          <a:r>
            <a:rPr lang="en-IN"/>
            <a:t>• 150,001 Records</a:t>
          </a:r>
          <a:endParaRPr lang="en-US"/>
        </a:p>
      </dgm:t>
    </dgm:pt>
    <dgm:pt modelId="{8D93BEB2-7EAF-4218-ABB9-4C73DBFB2864}" type="parTrans" cxnId="{2241C881-C47F-4ADA-BE48-7E5EEDFDA731}">
      <dgm:prSet/>
      <dgm:spPr/>
      <dgm:t>
        <a:bodyPr/>
        <a:lstStyle/>
        <a:p>
          <a:endParaRPr lang="en-US"/>
        </a:p>
      </dgm:t>
    </dgm:pt>
    <dgm:pt modelId="{8CC21215-AE40-4751-8D0C-2A5456C0FCD8}" type="sibTrans" cxnId="{2241C881-C47F-4ADA-BE48-7E5EEDFDA731}">
      <dgm:prSet/>
      <dgm:spPr/>
      <dgm:t>
        <a:bodyPr/>
        <a:lstStyle/>
        <a:p>
          <a:endParaRPr lang="en-US"/>
        </a:p>
      </dgm:t>
    </dgm:pt>
    <dgm:pt modelId="{556901C0-C061-4F7A-8C20-65C3F8311652}">
      <dgm:prSet/>
      <dgm:spPr/>
      <dgm:t>
        <a:bodyPr/>
        <a:lstStyle/>
        <a:p>
          <a:r>
            <a:rPr lang="en-IN"/>
            <a:t>• 55 Features</a:t>
          </a:r>
          <a:endParaRPr lang="en-US"/>
        </a:p>
      </dgm:t>
    </dgm:pt>
    <dgm:pt modelId="{1EEA9F6A-1CA2-4850-9173-0515A40562CD}" type="parTrans" cxnId="{6F5E922B-217C-45C1-B123-49C2E98FB4FD}">
      <dgm:prSet/>
      <dgm:spPr/>
      <dgm:t>
        <a:bodyPr/>
        <a:lstStyle/>
        <a:p>
          <a:endParaRPr lang="en-US"/>
        </a:p>
      </dgm:t>
    </dgm:pt>
    <dgm:pt modelId="{33D241EB-7868-4507-A169-4AB7ED2683CB}" type="sibTrans" cxnId="{6F5E922B-217C-45C1-B123-49C2E98FB4FD}">
      <dgm:prSet/>
      <dgm:spPr/>
      <dgm:t>
        <a:bodyPr/>
        <a:lstStyle/>
        <a:p>
          <a:endParaRPr lang="en-US"/>
        </a:p>
      </dgm:t>
    </dgm:pt>
    <dgm:pt modelId="{01560F48-5CA8-4A2F-BC2F-BD5EB478920E}">
      <dgm:prSet/>
      <dgm:spPr/>
      <dgm:t>
        <a:bodyPr/>
        <a:lstStyle/>
        <a:p>
          <a:r>
            <a:rPr lang="en-IN"/>
            <a:t>• Telecom xDR Dataset</a:t>
          </a:r>
          <a:endParaRPr lang="en-US"/>
        </a:p>
      </dgm:t>
    </dgm:pt>
    <dgm:pt modelId="{3D279787-4DBD-401B-BA22-794651D58DA1}" type="parTrans" cxnId="{B2A707DD-CD6D-4CF4-84E0-CDC142F09433}">
      <dgm:prSet/>
      <dgm:spPr/>
      <dgm:t>
        <a:bodyPr/>
        <a:lstStyle/>
        <a:p>
          <a:endParaRPr lang="en-US"/>
        </a:p>
      </dgm:t>
    </dgm:pt>
    <dgm:pt modelId="{B46D3F50-E929-4019-A8FB-6BD9692E6C3A}" type="sibTrans" cxnId="{B2A707DD-CD6D-4CF4-84E0-CDC142F09433}">
      <dgm:prSet/>
      <dgm:spPr/>
      <dgm:t>
        <a:bodyPr/>
        <a:lstStyle/>
        <a:p>
          <a:endParaRPr lang="en-US"/>
        </a:p>
      </dgm:t>
    </dgm:pt>
    <dgm:pt modelId="{4E9A7541-41FA-4EE7-B9C4-2F6B35DD3D7B}">
      <dgm:prSet/>
      <dgm:spPr/>
      <dgm:t>
        <a:bodyPr/>
        <a:lstStyle/>
        <a:p>
          <a:r>
            <a:rPr lang="en-IN"/>
            <a:t>Major Categories</a:t>
          </a:r>
          <a:endParaRPr lang="en-US"/>
        </a:p>
      </dgm:t>
    </dgm:pt>
    <dgm:pt modelId="{8B77AD50-1C41-4238-9F90-C83057C2B746}" type="parTrans" cxnId="{E45403E2-6080-468E-96F8-05837C1E68E3}">
      <dgm:prSet/>
      <dgm:spPr/>
      <dgm:t>
        <a:bodyPr/>
        <a:lstStyle/>
        <a:p>
          <a:endParaRPr lang="en-US"/>
        </a:p>
      </dgm:t>
    </dgm:pt>
    <dgm:pt modelId="{5186A058-BA7F-4F06-BE3D-6E7526E96617}" type="sibTrans" cxnId="{E45403E2-6080-468E-96F8-05837C1E68E3}">
      <dgm:prSet/>
      <dgm:spPr/>
      <dgm:t>
        <a:bodyPr/>
        <a:lstStyle/>
        <a:p>
          <a:endParaRPr lang="en-US"/>
        </a:p>
      </dgm:t>
    </dgm:pt>
    <dgm:pt modelId="{0CA759B1-3A9D-446C-9975-6FE3FACA5066}">
      <dgm:prSet/>
      <dgm:spPr/>
      <dgm:t>
        <a:bodyPr/>
        <a:lstStyle/>
        <a:p>
          <a:r>
            <a:rPr lang="en-IN"/>
            <a:t>• User Information</a:t>
          </a:r>
          <a:endParaRPr lang="en-US"/>
        </a:p>
      </dgm:t>
    </dgm:pt>
    <dgm:pt modelId="{8E54E43D-0C29-41EA-B11B-06A0F7A0BC9C}" type="parTrans" cxnId="{D2690C8E-14C3-449A-B005-B57B434EF3EB}">
      <dgm:prSet/>
      <dgm:spPr/>
      <dgm:t>
        <a:bodyPr/>
        <a:lstStyle/>
        <a:p>
          <a:endParaRPr lang="en-US"/>
        </a:p>
      </dgm:t>
    </dgm:pt>
    <dgm:pt modelId="{C0CA36A1-CEAD-4B42-973E-6FB0EAB0546A}" type="sibTrans" cxnId="{D2690C8E-14C3-449A-B005-B57B434EF3EB}">
      <dgm:prSet/>
      <dgm:spPr/>
      <dgm:t>
        <a:bodyPr/>
        <a:lstStyle/>
        <a:p>
          <a:endParaRPr lang="en-US"/>
        </a:p>
      </dgm:t>
    </dgm:pt>
    <dgm:pt modelId="{6A525428-70D6-4598-9E2F-AB2FC0387BCE}">
      <dgm:prSet/>
      <dgm:spPr/>
      <dgm:t>
        <a:bodyPr/>
        <a:lstStyle/>
        <a:p>
          <a:r>
            <a:rPr lang="en-IN"/>
            <a:t>• Network Information</a:t>
          </a:r>
          <a:endParaRPr lang="en-US"/>
        </a:p>
      </dgm:t>
    </dgm:pt>
    <dgm:pt modelId="{1FECDD3E-2DBE-47B4-B74D-727FB6FE16E7}" type="parTrans" cxnId="{EC8F9C3A-3025-4C8C-B482-6F0D2B7EB82F}">
      <dgm:prSet/>
      <dgm:spPr/>
      <dgm:t>
        <a:bodyPr/>
        <a:lstStyle/>
        <a:p>
          <a:endParaRPr lang="en-US"/>
        </a:p>
      </dgm:t>
    </dgm:pt>
    <dgm:pt modelId="{4C2204A1-1A71-40AE-B0B1-5773708E6E75}" type="sibTrans" cxnId="{EC8F9C3A-3025-4C8C-B482-6F0D2B7EB82F}">
      <dgm:prSet/>
      <dgm:spPr/>
      <dgm:t>
        <a:bodyPr/>
        <a:lstStyle/>
        <a:p>
          <a:endParaRPr lang="en-US"/>
        </a:p>
      </dgm:t>
    </dgm:pt>
    <dgm:pt modelId="{418E2877-F5A5-4CE9-B83E-02C02B23EC55}">
      <dgm:prSet/>
      <dgm:spPr/>
      <dgm:t>
        <a:bodyPr/>
        <a:lstStyle/>
        <a:p>
          <a:r>
            <a:rPr lang="en-IN"/>
            <a:t>• Traffic Information</a:t>
          </a:r>
          <a:endParaRPr lang="en-US"/>
        </a:p>
      </dgm:t>
    </dgm:pt>
    <dgm:pt modelId="{3537B39E-BBF2-48B0-8C1E-FE3D236E9C3F}" type="parTrans" cxnId="{946C7AAC-E7F1-4953-9B66-78AC20BFE37A}">
      <dgm:prSet/>
      <dgm:spPr/>
      <dgm:t>
        <a:bodyPr/>
        <a:lstStyle/>
        <a:p>
          <a:endParaRPr lang="en-US"/>
        </a:p>
      </dgm:t>
    </dgm:pt>
    <dgm:pt modelId="{B055A5F3-92A6-475B-AD37-774BD55514A9}" type="sibTrans" cxnId="{946C7AAC-E7F1-4953-9B66-78AC20BFE37A}">
      <dgm:prSet/>
      <dgm:spPr/>
      <dgm:t>
        <a:bodyPr/>
        <a:lstStyle/>
        <a:p>
          <a:endParaRPr lang="en-US"/>
        </a:p>
      </dgm:t>
    </dgm:pt>
    <dgm:pt modelId="{ADBB2F5D-A0E2-4C04-91A3-F01C782E5E07}">
      <dgm:prSet/>
      <dgm:spPr/>
      <dgm:t>
        <a:bodyPr/>
        <a:lstStyle/>
        <a:p>
          <a:r>
            <a:rPr lang="en-IN"/>
            <a:t>• Application Usage</a:t>
          </a:r>
          <a:endParaRPr lang="en-US"/>
        </a:p>
      </dgm:t>
    </dgm:pt>
    <dgm:pt modelId="{857A3D97-AF7C-41ED-940F-B9FF860624A9}" type="parTrans" cxnId="{0D0825B5-12A3-425E-87F2-EA247831ABA9}">
      <dgm:prSet/>
      <dgm:spPr/>
      <dgm:t>
        <a:bodyPr/>
        <a:lstStyle/>
        <a:p>
          <a:endParaRPr lang="en-US"/>
        </a:p>
      </dgm:t>
    </dgm:pt>
    <dgm:pt modelId="{D31D8F2B-CE6B-41F2-A7B6-8ED10BC45C87}" type="sibTrans" cxnId="{0D0825B5-12A3-425E-87F2-EA247831ABA9}">
      <dgm:prSet/>
      <dgm:spPr/>
      <dgm:t>
        <a:bodyPr/>
        <a:lstStyle/>
        <a:p>
          <a:endParaRPr lang="en-US"/>
        </a:p>
      </dgm:t>
    </dgm:pt>
    <dgm:pt modelId="{76E73BBC-4BDB-4DD4-8541-399C9CEEE026}">
      <dgm:prSet/>
      <dgm:spPr/>
      <dgm:t>
        <a:bodyPr/>
        <a:lstStyle/>
        <a:p>
          <a:r>
            <a:rPr lang="en-IN"/>
            <a:t>• Device Information</a:t>
          </a:r>
          <a:endParaRPr lang="en-US"/>
        </a:p>
      </dgm:t>
    </dgm:pt>
    <dgm:pt modelId="{68D41AD9-64EC-4E47-968E-4FA04BEE127B}" type="parTrans" cxnId="{877DDA9E-4218-437D-92A9-7C413BAA94E5}">
      <dgm:prSet/>
      <dgm:spPr/>
      <dgm:t>
        <a:bodyPr/>
        <a:lstStyle/>
        <a:p>
          <a:endParaRPr lang="en-US"/>
        </a:p>
      </dgm:t>
    </dgm:pt>
    <dgm:pt modelId="{C45145B6-6CE9-4CEA-A58E-86E2EBC3E2FA}" type="sibTrans" cxnId="{877DDA9E-4218-437D-92A9-7C413BAA94E5}">
      <dgm:prSet/>
      <dgm:spPr/>
      <dgm:t>
        <a:bodyPr/>
        <a:lstStyle/>
        <a:p>
          <a:endParaRPr lang="en-US"/>
        </a:p>
      </dgm:t>
    </dgm:pt>
    <dgm:pt modelId="{C8DCB1DB-5A68-4C8F-858B-6F78BF0542BC}" type="pres">
      <dgm:prSet presAssocID="{A6D3156B-A3A4-4406-AC52-EDDDBD8A0871}" presName="diagram" presStyleCnt="0">
        <dgm:presLayoutVars>
          <dgm:dir/>
          <dgm:resizeHandles val="exact"/>
        </dgm:presLayoutVars>
      </dgm:prSet>
      <dgm:spPr/>
    </dgm:pt>
    <dgm:pt modelId="{4DED2E26-7B00-4999-BE8E-3BFEED445C8E}" type="pres">
      <dgm:prSet presAssocID="{6B034B82-BA1E-409B-AF75-DBCE4E25E304}" presName="node" presStyleLbl="node1" presStyleIdx="0" presStyleCnt="10">
        <dgm:presLayoutVars>
          <dgm:bulletEnabled val="1"/>
        </dgm:presLayoutVars>
      </dgm:prSet>
      <dgm:spPr/>
    </dgm:pt>
    <dgm:pt modelId="{C8FD7573-3924-403E-824A-18D08FF23D52}" type="pres">
      <dgm:prSet presAssocID="{427FD92B-DBAA-4C6A-BC92-E881406D2A38}" presName="sibTrans" presStyleCnt="0"/>
      <dgm:spPr/>
    </dgm:pt>
    <dgm:pt modelId="{26E13E3F-932C-401F-A4E9-6DEBE8923AA8}" type="pres">
      <dgm:prSet presAssocID="{0C8E5BFE-882E-488B-A2F9-F06E89BE7B81}" presName="node" presStyleLbl="node1" presStyleIdx="1" presStyleCnt="10">
        <dgm:presLayoutVars>
          <dgm:bulletEnabled val="1"/>
        </dgm:presLayoutVars>
      </dgm:prSet>
      <dgm:spPr/>
    </dgm:pt>
    <dgm:pt modelId="{B28102BE-F44A-4FD6-84C9-85C5E12586FD}" type="pres">
      <dgm:prSet presAssocID="{8CC21215-AE40-4751-8D0C-2A5456C0FCD8}" presName="sibTrans" presStyleCnt="0"/>
      <dgm:spPr/>
    </dgm:pt>
    <dgm:pt modelId="{7D35D03D-2D59-4792-AE22-258B47508285}" type="pres">
      <dgm:prSet presAssocID="{556901C0-C061-4F7A-8C20-65C3F8311652}" presName="node" presStyleLbl="node1" presStyleIdx="2" presStyleCnt="10">
        <dgm:presLayoutVars>
          <dgm:bulletEnabled val="1"/>
        </dgm:presLayoutVars>
      </dgm:prSet>
      <dgm:spPr/>
    </dgm:pt>
    <dgm:pt modelId="{CD9F7761-0342-426E-B320-0180A06F2225}" type="pres">
      <dgm:prSet presAssocID="{33D241EB-7868-4507-A169-4AB7ED2683CB}" presName="sibTrans" presStyleCnt="0"/>
      <dgm:spPr/>
    </dgm:pt>
    <dgm:pt modelId="{D0789DAE-8B09-4477-8BFF-23D712A9BB61}" type="pres">
      <dgm:prSet presAssocID="{01560F48-5CA8-4A2F-BC2F-BD5EB478920E}" presName="node" presStyleLbl="node1" presStyleIdx="3" presStyleCnt="10">
        <dgm:presLayoutVars>
          <dgm:bulletEnabled val="1"/>
        </dgm:presLayoutVars>
      </dgm:prSet>
      <dgm:spPr/>
    </dgm:pt>
    <dgm:pt modelId="{A347738D-41EE-476B-AE2C-9EB48E92B9D5}" type="pres">
      <dgm:prSet presAssocID="{B46D3F50-E929-4019-A8FB-6BD9692E6C3A}" presName="sibTrans" presStyleCnt="0"/>
      <dgm:spPr/>
    </dgm:pt>
    <dgm:pt modelId="{111EE64E-5AF6-46B8-8B11-B568543FE603}" type="pres">
      <dgm:prSet presAssocID="{4E9A7541-41FA-4EE7-B9C4-2F6B35DD3D7B}" presName="node" presStyleLbl="node1" presStyleIdx="4" presStyleCnt="10">
        <dgm:presLayoutVars>
          <dgm:bulletEnabled val="1"/>
        </dgm:presLayoutVars>
      </dgm:prSet>
      <dgm:spPr/>
    </dgm:pt>
    <dgm:pt modelId="{EFF80401-9B68-406F-933F-9C11903F225B}" type="pres">
      <dgm:prSet presAssocID="{5186A058-BA7F-4F06-BE3D-6E7526E96617}" presName="sibTrans" presStyleCnt="0"/>
      <dgm:spPr/>
    </dgm:pt>
    <dgm:pt modelId="{85F2B067-7355-42BB-8ABA-B7F4368C892B}" type="pres">
      <dgm:prSet presAssocID="{0CA759B1-3A9D-446C-9975-6FE3FACA5066}" presName="node" presStyleLbl="node1" presStyleIdx="5" presStyleCnt="10">
        <dgm:presLayoutVars>
          <dgm:bulletEnabled val="1"/>
        </dgm:presLayoutVars>
      </dgm:prSet>
      <dgm:spPr/>
    </dgm:pt>
    <dgm:pt modelId="{30B72486-DE75-4CF0-A206-CEA9A826F718}" type="pres">
      <dgm:prSet presAssocID="{C0CA36A1-CEAD-4B42-973E-6FB0EAB0546A}" presName="sibTrans" presStyleCnt="0"/>
      <dgm:spPr/>
    </dgm:pt>
    <dgm:pt modelId="{CAB49B88-C7FA-4C31-8E11-9B81213491EC}" type="pres">
      <dgm:prSet presAssocID="{6A525428-70D6-4598-9E2F-AB2FC0387BCE}" presName="node" presStyleLbl="node1" presStyleIdx="6" presStyleCnt="10">
        <dgm:presLayoutVars>
          <dgm:bulletEnabled val="1"/>
        </dgm:presLayoutVars>
      </dgm:prSet>
      <dgm:spPr/>
    </dgm:pt>
    <dgm:pt modelId="{3274B13D-802A-4ECC-9C72-486ADF1D6CD1}" type="pres">
      <dgm:prSet presAssocID="{4C2204A1-1A71-40AE-B0B1-5773708E6E75}" presName="sibTrans" presStyleCnt="0"/>
      <dgm:spPr/>
    </dgm:pt>
    <dgm:pt modelId="{EC9CA3C6-F848-4B3B-A006-487A0C83C947}" type="pres">
      <dgm:prSet presAssocID="{418E2877-F5A5-4CE9-B83E-02C02B23EC55}" presName="node" presStyleLbl="node1" presStyleIdx="7" presStyleCnt="10">
        <dgm:presLayoutVars>
          <dgm:bulletEnabled val="1"/>
        </dgm:presLayoutVars>
      </dgm:prSet>
      <dgm:spPr/>
    </dgm:pt>
    <dgm:pt modelId="{D18D1686-FAEF-4E71-86A4-E25C8634518E}" type="pres">
      <dgm:prSet presAssocID="{B055A5F3-92A6-475B-AD37-774BD55514A9}" presName="sibTrans" presStyleCnt="0"/>
      <dgm:spPr/>
    </dgm:pt>
    <dgm:pt modelId="{5E84CB16-AB08-4083-A57A-56D68A373B4C}" type="pres">
      <dgm:prSet presAssocID="{ADBB2F5D-A0E2-4C04-91A3-F01C782E5E07}" presName="node" presStyleLbl="node1" presStyleIdx="8" presStyleCnt="10">
        <dgm:presLayoutVars>
          <dgm:bulletEnabled val="1"/>
        </dgm:presLayoutVars>
      </dgm:prSet>
      <dgm:spPr/>
    </dgm:pt>
    <dgm:pt modelId="{3B5CDAE9-4B29-479A-91BC-8C1EAC8672DC}" type="pres">
      <dgm:prSet presAssocID="{D31D8F2B-CE6B-41F2-A7B6-8ED10BC45C87}" presName="sibTrans" presStyleCnt="0"/>
      <dgm:spPr/>
    </dgm:pt>
    <dgm:pt modelId="{ACEF8713-7512-4760-BE98-92CD9E4A9C45}" type="pres">
      <dgm:prSet presAssocID="{76E73BBC-4BDB-4DD4-8541-399C9CEEE026}" presName="node" presStyleLbl="node1" presStyleIdx="9" presStyleCnt="10">
        <dgm:presLayoutVars>
          <dgm:bulletEnabled val="1"/>
        </dgm:presLayoutVars>
      </dgm:prSet>
      <dgm:spPr/>
    </dgm:pt>
  </dgm:ptLst>
  <dgm:cxnLst>
    <dgm:cxn modelId="{9E8AAE01-EEFE-4AA9-9FE3-7DF0177B5467}" type="presOf" srcId="{0CA759B1-3A9D-446C-9975-6FE3FACA5066}" destId="{85F2B067-7355-42BB-8ABA-B7F4368C892B}" srcOrd="0" destOrd="0" presId="urn:microsoft.com/office/officeart/2005/8/layout/default"/>
    <dgm:cxn modelId="{EC79061F-3653-4801-8876-1773DAFA4500}" type="presOf" srcId="{418E2877-F5A5-4CE9-B83E-02C02B23EC55}" destId="{EC9CA3C6-F848-4B3B-A006-487A0C83C947}" srcOrd="0" destOrd="0" presId="urn:microsoft.com/office/officeart/2005/8/layout/default"/>
    <dgm:cxn modelId="{6F5E922B-217C-45C1-B123-49C2E98FB4FD}" srcId="{A6D3156B-A3A4-4406-AC52-EDDDBD8A0871}" destId="{556901C0-C061-4F7A-8C20-65C3F8311652}" srcOrd="2" destOrd="0" parTransId="{1EEA9F6A-1CA2-4850-9173-0515A40562CD}" sibTransId="{33D241EB-7868-4507-A169-4AB7ED2683CB}"/>
    <dgm:cxn modelId="{EC8F9C3A-3025-4C8C-B482-6F0D2B7EB82F}" srcId="{A6D3156B-A3A4-4406-AC52-EDDDBD8A0871}" destId="{6A525428-70D6-4598-9E2F-AB2FC0387BCE}" srcOrd="6" destOrd="0" parTransId="{1FECDD3E-2DBE-47B4-B74D-727FB6FE16E7}" sibTransId="{4C2204A1-1A71-40AE-B0B1-5773708E6E75}"/>
    <dgm:cxn modelId="{EADBA742-FBB2-4654-937D-6B3718BE1D78}" type="presOf" srcId="{ADBB2F5D-A0E2-4C04-91A3-F01C782E5E07}" destId="{5E84CB16-AB08-4083-A57A-56D68A373B4C}" srcOrd="0" destOrd="0" presId="urn:microsoft.com/office/officeart/2005/8/layout/default"/>
    <dgm:cxn modelId="{81624F48-BB76-46A4-8FC7-DA4AEFA2C8CB}" type="presOf" srcId="{76E73BBC-4BDB-4DD4-8541-399C9CEEE026}" destId="{ACEF8713-7512-4760-BE98-92CD9E4A9C45}" srcOrd="0" destOrd="0" presId="urn:microsoft.com/office/officeart/2005/8/layout/default"/>
    <dgm:cxn modelId="{FBE0F84A-23A9-4D7C-8999-A77DF282729C}" srcId="{A6D3156B-A3A4-4406-AC52-EDDDBD8A0871}" destId="{6B034B82-BA1E-409B-AF75-DBCE4E25E304}" srcOrd="0" destOrd="0" parTransId="{95F513F6-ED05-4694-933B-19BD69FC2E3D}" sibTransId="{427FD92B-DBAA-4C6A-BC92-E881406D2A38}"/>
    <dgm:cxn modelId="{D823BD53-5466-4E47-BBCB-9D7AFDC70F5D}" type="presOf" srcId="{0C8E5BFE-882E-488B-A2F9-F06E89BE7B81}" destId="{26E13E3F-932C-401F-A4E9-6DEBE8923AA8}" srcOrd="0" destOrd="0" presId="urn:microsoft.com/office/officeart/2005/8/layout/default"/>
    <dgm:cxn modelId="{2241C881-C47F-4ADA-BE48-7E5EEDFDA731}" srcId="{A6D3156B-A3A4-4406-AC52-EDDDBD8A0871}" destId="{0C8E5BFE-882E-488B-A2F9-F06E89BE7B81}" srcOrd="1" destOrd="0" parTransId="{8D93BEB2-7EAF-4218-ABB9-4C73DBFB2864}" sibTransId="{8CC21215-AE40-4751-8D0C-2A5456C0FCD8}"/>
    <dgm:cxn modelId="{D2690C8E-14C3-449A-B005-B57B434EF3EB}" srcId="{A6D3156B-A3A4-4406-AC52-EDDDBD8A0871}" destId="{0CA759B1-3A9D-446C-9975-6FE3FACA5066}" srcOrd="5" destOrd="0" parTransId="{8E54E43D-0C29-41EA-B11B-06A0F7A0BC9C}" sibTransId="{C0CA36A1-CEAD-4B42-973E-6FB0EAB0546A}"/>
    <dgm:cxn modelId="{877DDA9E-4218-437D-92A9-7C413BAA94E5}" srcId="{A6D3156B-A3A4-4406-AC52-EDDDBD8A0871}" destId="{76E73BBC-4BDB-4DD4-8541-399C9CEEE026}" srcOrd="9" destOrd="0" parTransId="{68D41AD9-64EC-4E47-968E-4FA04BEE127B}" sibTransId="{C45145B6-6CE9-4CEA-A58E-86E2EBC3E2FA}"/>
    <dgm:cxn modelId="{946C7AAC-E7F1-4953-9B66-78AC20BFE37A}" srcId="{A6D3156B-A3A4-4406-AC52-EDDDBD8A0871}" destId="{418E2877-F5A5-4CE9-B83E-02C02B23EC55}" srcOrd="7" destOrd="0" parTransId="{3537B39E-BBF2-48B0-8C1E-FE3D236E9C3F}" sibTransId="{B055A5F3-92A6-475B-AD37-774BD55514A9}"/>
    <dgm:cxn modelId="{CEAE1DB0-09D6-49F2-8137-8652C82534CB}" type="presOf" srcId="{01560F48-5CA8-4A2F-BC2F-BD5EB478920E}" destId="{D0789DAE-8B09-4477-8BFF-23D712A9BB61}" srcOrd="0" destOrd="0" presId="urn:microsoft.com/office/officeart/2005/8/layout/default"/>
    <dgm:cxn modelId="{12E81CB3-C5C4-48F7-8A0B-505F7FEBBBFF}" type="presOf" srcId="{4E9A7541-41FA-4EE7-B9C4-2F6B35DD3D7B}" destId="{111EE64E-5AF6-46B8-8B11-B568543FE603}" srcOrd="0" destOrd="0" presId="urn:microsoft.com/office/officeart/2005/8/layout/default"/>
    <dgm:cxn modelId="{0D0825B5-12A3-425E-87F2-EA247831ABA9}" srcId="{A6D3156B-A3A4-4406-AC52-EDDDBD8A0871}" destId="{ADBB2F5D-A0E2-4C04-91A3-F01C782E5E07}" srcOrd="8" destOrd="0" parTransId="{857A3D97-AF7C-41ED-940F-B9FF860624A9}" sibTransId="{D31D8F2B-CE6B-41F2-A7B6-8ED10BC45C87}"/>
    <dgm:cxn modelId="{B2A707DD-CD6D-4CF4-84E0-CDC142F09433}" srcId="{A6D3156B-A3A4-4406-AC52-EDDDBD8A0871}" destId="{01560F48-5CA8-4A2F-BC2F-BD5EB478920E}" srcOrd="3" destOrd="0" parTransId="{3D279787-4DBD-401B-BA22-794651D58DA1}" sibTransId="{B46D3F50-E929-4019-A8FB-6BD9692E6C3A}"/>
    <dgm:cxn modelId="{3B718BDD-3F96-4CE7-83AE-A3E07FBCF199}" type="presOf" srcId="{6B034B82-BA1E-409B-AF75-DBCE4E25E304}" destId="{4DED2E26-7B00-4999-BE8E-3BFEED445C8E}" srcOrd="0" destOrd="0" presId="urn:microsoft.com/office/officeart/2005/8/layout/default"/>
    <dgm:cxn modelId="{132ACFDD-1E29-412A-8F91-EB3536068B52}" type="presOf" srcId="{556901C0-C061-4F7A-8C20-65C3F8311652}" destId="{7D35D03D-2D59-4792-AE22-258B47508285}" srcOrd="0" destOrd="0" presId="urn:microsoft.com/office/officeart/2005/8/layout/default"/>
    <dgm:cxn modelId="{CC88EBDE-39A2-4E5D-B1EE-7617967FCB37}" type="presOf" srcId="{A6D3156B-A3A4-4406-AC52-EDDDBD8A0871}" destId="{C8DCB1DB-5A68-4C8F-858B-6F78BF0542BC}" srcOrd="0" destOrd="0" presId="urn:microsoft.com/office/officeart/2005/8/layout/default"/>
    <dgm:cxn modelId="{E45403E2-6080-468E-96F8-05837C1E68E3}" srcId="{A6D3156B-A3A4-4406-AC52-EDDDBD8A0871}" destId="{4E9A7541-41FA-4EE7-B9C4-2F6B35DD3D7B}" srcOrd="4" destOrd="0" parTransId="{8B77AD50-1C41-4238-9F90-C83057C2B746}" sibTransId="{5186A058-BA7F-4F06-BE3D-6E7526E96617}"/>
    <dgm:cxn modelId="{E9C920E6-3FDE-4595-A6D4-DC3626D9DB97}" type="presOf" srcId="{6A525428-70D6-4598-9E2F-AB2FC0387BCE}" destId="{CAB49B88-C7FA-4C31-8E11-9B81213491EC}" srcOrd="0" destOrd="0" presId="urn:microsoft.com/office/officeart/2005/8/layout/default"/>
    <dgm:cxn modelId="{2E2D1958-13A2-47B1-B254-15359DAB37BE}" type="presParOf" srcId="{C8DCB1DB-5A68-4C8F-858B-6F78BF0542BC}" destId="{4DED2E26-7B00-4999-BE8E-3BFEED445C8E}" srcOrd="0" destOrd="0" presId="urn:microsoft.com/office/officeart/2005/8/layout/default"/>
    <dgm:cxn modelId="{7E4BF6C9-E6B5-4E9C-8A21-9AF2D11C450E}" type="presParOf" srcId="{C8DCB1DB-5A68-4C8F-858B-6F78BF0542BC}" destId="{C8FD7573-3924-403E-824A-18D08FF23D52}" srcOrd="1" destOrd="0" presId="urn:microsoft.com/office/officeart/2005/8/layout/default"/>
    <dgm:cxn modelId="{7768B839-1674-44B6-B4E5-9C63537BB211}" type="presParOf" srcId="{C8DCB1DB-5A68-4C8F-858B-6F78BF0542BC}" destId="{26E13E3F-932C-401F-A4E9-6DEBE8923AA8}" srcOrd="2" destOrd="0" presId="urn:microsoft.com/office/officeart/2005/8/layout/default"/>
    <dgm:cxn modelId="{945B3DBF-D076-4866-8F4D-8E7A1926B64B}" type="presParOf" srcId="{C8DCB1DB-5A68-4C8F-858B-6F78BF0542BC}" destId="{B28102BE-F44A-4FD6-84C9-85C5E12586FD}" srcOrd="3" destOrd="0" presId="urn:microsoft.com/office/officeart/2005/8/layout/default"/>
    <dgm:cxn modelId="{51821CA9-2467-47D1-B556-EB74A777EA42}" type="presParOf" srcId="{C8DCB1DB-5A68-4C8F-858B-6F78BF0542BC}" destId="{7D35D03D-2D59-4792-AE22-258B47508285}" srcOrd="4" destOrd="0" presId="urn:microsoft.com/office/officeart/2005/8/layout/default"/>
    <dgm:cxn modelId="{FE5DE5AB-1A97-40AB-91AD-CEACE09D4BA3}" type="presParOf" srcId="{C8DCB1DB-5A68-4C8F-858B-6F78BF0542BC}" destId="{CD9F7761-0342-426E-B320-0180A06F2225}" srcOrd="5" destOrd="0" presId="urn:microsoft.com/office/officeart/2005/8/layout/default"/>
    <dgm:cxn modelId="{583FAF22-5176-44A7-9634-EF6CA39229C5}" type="presParOf" srcId="{C8DCB1DB-5A68-4C8F-858B-6F78BF0542BC}" destId="{D0789DAE-8B09-4477-8BFF-23D712A9BB61}" srcOrd="6" destOrd="0" presId="urn:microsoft.com/office/officeart/2005/8/layout/default"/>
    <dgm:cxn modelId="{0B16A846-1F53-4E9E-AC2C-E189C950BDCE}" type="presParOf" srcId="{C8DCB1DB-5A68-4C8F-858B-6F78BF0542BC}" destId="{A347738D-41EE-476B-AE2C-9EB48E92B9D5}" srcOrd="7" destOrd="0" presId="urn:microsoft.com/office/officeart/2005/8/layout/default"/>
    <dgm:cxn modelId="{82E8AFA3-F4E9-41CA-B4FC-748530287146}" type="presParOf" srcId="{C8DCB1DB-5A68-4C8F-858B-6F78BF0542BC}" destId="{111EE64E-5AF6-46B8-8B11-B568543FE603}" srcOrd="8" destOrd="0" presId="urn:microsoft.com/office/officeart/2005/8/layout/default"/>
    <dgm:cxn modelId="{2E5B4BB4-DCB9-4FCE-882A-7E152CF0C87E}" type="presParOf" srcId="{C8DCB1DB-5A68-4C8F-858B-6F78BF0542BC}" destId="{EFF80401-9B68-406F-933F-9C11903F225B}" srcOrd="9" destOrd="0" presId="urn:microsoft.com/office/officeart/2005/8/layout/default"/>
    <dgm:cxn modelId="{A855F2B0-2E24-4C49-AD42-990A4F990279}" type="presParOf" srcId="{C8DCB1DB-5A68-4C8F-858B-6F78BF0542BC}" destId="{85F2B067-7355-42BB-8ABA-B7F4368C892B}" srcOrd="10" destOrd="0" presId="urn:microsoft.com/office/officeart/2005/8/layout/default"/>
    <dgm:cxn modelId="{7F44489F-7D4F-43D3-8E3B-ED22503651A0}" type="presParOf" srcId="{C8DCB1DB-5A68-4C8F-858B-6F78BF0542BC}" destId="{30B72486-DE75-4CF0-A206-CEA9A826F718}" srcOrd="11" destOrd="0" presId="urn:microsoft.com/office/officeart/2005/8/layout/default"/>
    <dgm:cxn modelId="{325F0D15-E8AD-4402-B338-1E50AAFE8FEC}" type="presParOf" srcId="{C8DCB1DB-5A68-4C8F-858B-6F78BF0542BC}" destId="{CAB49B88-C7FA-4C31-8E11-9B81213491EC}" srcOrd="12" destOrd="0" presId="urn:microsoft.com/office/officeart/2005/8/layout/default"/>
    <dgm:cxn modelId="{155A2F8E-9D22-4A28-B573-6BF6A4526079}" type="presParOf" srcId="{C8DCB1DB-5A68-4C8F-858B-6F78BF0542BC}" destId="{3274B13D-802A-4ECC-9C72-486ADF1D6CD1}" srcOrd="13" destOrd="0" presId="urn:microsoft.com/office/officeart/2005/8/layout/default"/>
    <dgm:cxn modelId="{3EACA81A-F2FF-45B0-B942-101D3A8F2AAA}" type="presParOf" srcId="{C8DCB1DB-5A68-4C8F-858B-6F78BF0542BC}" destId="{EC9CA3C6-F848-4B3B-A006-487A0C83C947}" srcOrd="14" destOrd="0" presId="urn:microsoft.com/office/officeart/2005/8/layout/default"/>
    <dgm:cxn modelId="{B23FDB0A-BB09-4045-A1EB-7BA306AF4148}" type="presParOf" srcId="{C8DCB1DB-5A68-4C8F-858B-6F78BF0542BC}" destId="{D18D1686-FAEF-4E71-86A4-E25C8634518E}" srcOrd="15" destOrd="0" presId="urn:microsoft.com/office/officeart/2005/8/layout/default"/>
    <dgm:cxn modelId="{C76F09E6-8035-477E-9D0B-FB8FEC3CADDD}" type="presParOf" srcId="{C8DCB1DB-5A68-4C8F-858B-6F78BF0542BC}" destId="{5E84CB16-AB08-4083-A57A-56D68A373B4C}" srcOrd="16" destOrd="0" presId="urn:microsoft.com/office/officeart/2005/8/layout/default"/>
    <dgm:cxn modelId="{205748D0-620B-4E67-85D3-E9463D4DFA36}" type="presParOf" srcId="{C8DCB1DB-5A68-4C8F-858B-6F78BF0542BC}" destId="{3B5CDAE9-4B29-479A-91BC-8C1EAC8672DC}" srcOrd="17" destOrd="0" presId="urn:microsoft.com/office/officeart/2005/8/layout/default"/>
    <dgm:cxn modelId="{6DE4BE86-19FA-4A08-8E28-F3F8B1EEAE4A}" type="presParOf" srcId="{C8DCB1DB-5A68-4C8F-858B-6F78BF0542BC}" destId="{ACEF8713-7512-4760-BE98-92CD9E4A9C45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09937A4-7D31-4439-ABA5-8FEB0B6E8D32}" type="doc">
      <dgm:prSet loTypeId="urn:microsoft.com/office/officeart/2005/8/layout/default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788D78F-5C0A-4710-BFEE-82E8053D8899}">
      <dgm:prSet/>
      <dgm:spPr/>
      <dgm:t>
        <a:bodyPr/>
        <a:lstStyle/>
        <a:p>
          <a:r>
            <a:rPr lang="en-US"/>
            <a:t>Recommendations</a:t>
          </a:r>
        </a:p>
      </dgm:t>
    </dgm:pt>
    <dgm:pt modelId="{6DDD2B23-3D59-4D07-812E-6ACA173B48CB}" type="parTrans" cxnId="{5F26058E-E60C-41C4-9FD9-2FA934222492}">
      <dgm:prSet/>
      <dgm:spPr/>
      <dgm:t>
        <a:bodyPr/>
        <a:lstStyle/>
        <a:p>
          <a:endParaRPr lang="en-US"/>
        </a:p>
      </dgm:t>
    </dgm:pt>
    <dgm:pt modelId="{634BED66-F97F-485C-B724-28D5475131A0}" type="sibTrans" cxnId="{5F26058E-E60C-41C4-9FD9-2FA934222492}">
      <dgm:prSet/>
      <dgm:spPr/>
      <dgm:t>
        <a:bodyPr/>
        <a:lstStyle/>
        <a:p>
          <a:endParaRPr lang="en-US"/>
        </a:p>
      </dgm:t>
    </dgm:pt>
    <dgm:pt modelId="{DA015CDB-C140-4E76-ACB9-AB04B186BC43}">
      <dgm:prSet/>
      <dgm:spPr/>
      <dgm:t>
        <a:bodyPr/>
        <a:lstStyle/>
        <a:p>
          <a:r>
            <a:rPr lang="en-US"/>
            <a:t>Improve network quality</a:t>
          </a:r>
        </a:p>
      </dgm:t>
    </dgm:pt>
    <dgm:pt modelId="{F446DC6A-F6BC-4FC8-A102-354A31D5EBC0}" type="parTrans" cxnId="{842C0C9B-4824-49E8-97C4-36C083090130}">
      <dgm:prSet/>
      <dgm:spPr/>
      <dgm:t>
        <a:bodyPr/>
        <a:lstStyle/>
        <a:p>
          <a:endParaRPr lang="en-US"/>
        </a:p>
      </dgm:t>
    </dgm:pt>
    <dgm:pt modelId="{537AE101-4AD4-460F-B112-D0334DAAE2F0}" type="sibTrans" cxnId="{842C0C9B-4824-49E8-97C4-36C083090130}">
      <dgm:prSet/>
      <dgm:spPr/>
      <dgm:t>
        <a:bodyPr/>
        <a:lstStyle/>
        <a:p>
          <a:endParaRPr lang="en-US"/>
        </a:p>
      </dgm:t>
    </dgm:pt>
    <dgm:pt modelId="{D0C0DA07-B665-48C8-BC37-17E29B06E5E5}">
      <dgm:prSet/>
      <dgm:spPr/>
      <dgm:t>
        <a:bodyPr/>
        <a:lstStyle/>
        <a:p>
          <a:r>
            <a:rPr lang="en-US"/>
            <a:t>Target high engagement customers</a:t>
          </a:r>
        </a:p>
      </dgm:t>
    </dgm:pt>
    <dgm:pt modelId="{5C19E4EA-2616-40D7-9064-8D664A7C93CB}" type="parTrans" cxnId="{1DD1FD90-7644-4FDB-B41B-427BAA4673F3}">
      <dgm:prSet/>
      <dgm:spPr/>
      <dgm:t>
        <a:bodyPr/>
        <a:lstStyle/>
        <a:p>
          <a:endParaRPr lang="en-US"/>
        </a:p>
      </dgm:t>
    </dgm:pt>
    <dgm:pt modelId="{1F05EA35-CFAD-4EAA-AF48-8159478AE23C}" type="sibTrans" cxnId="{1DD1FD90-7644-4FDB-B41B-427BAA4673F3}">
      <dgm:prSet/>
      <dgm:spPr/>
      <dgm:t>
        <a:bodyPr/>
        <a:lstStyle/>
        <a:p>
          <a:endParaRPr lang="en-US"/>
        </a:p>
      </dgm:t>
    </dgm:pt>
    <dgm:pt modelId="{CD7F2252-8173-422B-923F-0103161275D3}">
      <dgm:prSet/>
      <dgm:spPr/>
      <dgm:t>
        <a:bodyPr/>
        <a:lstStyle/>
        <a:p>
          <a:r>
            <a:rPr lang="en-US"/>
            <a:t>Optimize low experience regions</a:t>
          </a:r>
        </a:p>
      </dgm:t>
    </dgm:pt>
    <dgm:pt modelId="{2A54DF6F-F056-4049-9C0A-4054BA19D86B}" type="parTrans" cxnId="{41B4DDE7-4C1D-4D69-9F0E-6CAE97FFFC31}">
      <dgm:prSet/>
      <dgm:spPr/>
      <dgm:t>
        <a:bodyPr/>
        <a:lstStyle/>
        <a:p>
          <a:endParaRPr lang="en-US"/>
        </a:p>
      </dgm:t>
    </dgm:pt>
    <dgm:pt modelId="{1C673731-CC45-4C46-91D4-B498EB58C3FE}" type="sibTrans" cxnId="{41B4DDE7-4C1D-4D69-9F0E-6CAE97FFFC31}">
      <dgm:prSet/>
      <dgm:spPr/>
      <dgm:t>
        <a:bodyPr/>
        <a:lstStyle/>
        <a:p>
          <a:endParaRPr lang="en-US"/>
        </a:p>
      </dgm:t>
    </dgm:pt>
    <dgm:pt modelId="{95D66D9A-5C05-4468-A384-81EC5FF2BFD6}">
      <dgm:prSet/>
      <dgm:spPr/>
      <dgm:t>
        <a:bodyPr/>
        <a:lstStyle/>
        <a:p>
          <a:r>
            <a:rPr lang="en-US"/>
            <a:t>Promote premium plans</a:t>
          </a:r>
        </a:p>
      </dgm:t>
    </dgm:pt>
    <dgm:pt modelId="{E3AC250E-558B-438B-8F0F-7966EBBE039E}" type="parTrans" cxnId="{5756C44F-6E46-433E-9032-161B9B5AA7AF}">
      <dgm:prSet/>
      <dgm:spPr/>
      <dgm:t>
        <a:bodyPr/>
        <a:lstStyle/>
        <a:p>
          <a:endParaRPr lang="en-US"/>
        </a:p>
      </dgm:t>
    </dgm:pt>
    <dgm:pt modelId="{C8F0F6D0-20B9-41F8-946F-A4216B2B087E}" type="sibTrans" cxnId="{5756C44F-6E46-433E-9032-161B9B5AA7AF}">
      <dgm:prSet/>
      <dgm:spPr/>
      <dgm:t>
        <a:bodyPr/>
        <a:lstStyle/>
        <a:p>
          <a:endParaRPr lang="en-US"/>
        </a:p>
      </dgm:t>
    </dgm:pt>
    <dgm:pt modelId="{C3DC9E85-0505-4543-B972-757B4B388ED4}">
      <dgm:prSet/>
      <dgm:spPr/>
      <dgm:t>
        <a:bodyPr/>
        <a:lstStyle/>
        <a:p>
          <a:r>
            <a:rPr lang="en-US"/>
            <a:t>Monitor heavy application users</a:t>
          </a:r>
        </a:p>
      </dgm:t>
    </dgm:pt>
    <dgm:pt modelId="{9480BBEF-77EB-4ECE-9BFF-F3B46AFBEACE}" type="parTrans" cxnId="{300A8034-394C-4C4B-99DD-C1DDE5DEB21F}">
      <dgm:prSet/>
      <dgm:spPr/>
      <dgm:t>
        <a:bodyPr/>
        <a:lstStyle/>
        <a:p>
          <a:endParaRPr lang="en-US"/>
        </a:p>
      </dgm:t>
    </dgm:pt>
    <dgm:pt modelId="{CBF4E27E-EFB5-4E46-8CA9-B4D283D1ACD8}" type="sibTrans" cxnId="{300A8034-394C-4C4B-99DD-C1DDE5DEB21F}">
      <dgm:prSet/>
      <dgm:spPr/>
      <dgm:t>
        <a:bodyPr/>
        <a:lstStyle/>
        <a:p>
          <a:endParaRPr lang="en-US"/>
        </a:p>
      </dgm:t>
    </dgm:pt>
    <dgm:pt modelId="{A3C44AD1-0D18-4991-8E8B-9F38D2851212}" type="pres">
      <dgm:prSet presAssocID="{D09937A4-7D31-4439-ABA5-8FEB0B6E8D32}" presName="diagram" presStyleCnt="0">
        <dgm:presLayoutVars>
          <dgm:dir/>
          <dgm:resizeHandles val="exact"/>
        </dgm:presLayoutVars>
      </dgm:prSet>
      <dgm:spPr/>
    </dgm:pt>
    <dgm:pt modelId="{06D9BB48-FF5E-46C9-B4FE-F4B14CDC4E28}" type="pres">
      <dgm:prSet presAssocID="{7788D78F-5C0A-4710-BFEE-82E8053D8899}" presName="node" presStyleLbl="node1" presStyleIdx="0" presStyleCnt="6">
        <dgm:presLayoutVars>
          <dgm:bulletEnabled val="1"/>
        </dgm:presLayoutVars>
      </dgm:prSet>
      <dgm:spPr/>
    </dgm:pt>
    <dgm:pt modelId="{63DE7EE0-F81B-41D2-9F2F-0B8CC2776832}" type="pres">
      <dgm:prSet presAssocID="{634BED66-F97F-485C-B724-28D5475131A0}" presName="sibTrans" presStyleCnt="0"/>
      <dgm:spPr/>
    </dgm:pt>
    <dgm:pt modelId="{6480B9D7-4BE7-40CD-8047-6487CE7CE300}" type="pres">
      <dgm:prSet presAssocID="{DA015CDB-C140-4E76-ACB9-AB04B186BC43}" presName="node" presStyleLbl="node1" presStyleIdx="1" presStyleCnt="6">
        <dgm:presLayoutVars>
          <dgm:bulletEnabled val="1"/>
        </dgm:presLayoutVars>
      </dgm:prSet>
      <dgm:spPr/>
    </dgm:pt>
    <dgm:pt modelId="{98F2CBBB-626D-4527-A9B5-BD3D9049448D}" type="pres">
      <dgm:prSet presAssocID="{537AE101-4AD4-460F-B112-D0334DAAE2F0}" presName="sibTrans" presStyleCnt="0"/>
      <dgm:spPr/>
    </dgm:pt>
    <dgm:pt modelId="{055D55C3-1F0F-4B2B-BD75-9BC3DDBD47F6}" type="pres">
      <dgm:prSet presAssocID="{D0C0DA07-B665-48C8-BC37-17E29B06E5E5}" presName="node" presStyleLbl="node1" presStyleIdx="2" presStyleCnt="6">
        <dgm:presLayoutVars>
          <dgm:bulletEnabled val="1"/>
        </dgm:presLayoutVars>
      </dgm:prSet>
      <dgm:spPr/>
    </dgm:pt>
    <dgm:pt modelId="{CDC5D8F8-3C19-4371-A7A6-988377422611}" type="pres">
      <dgm:prSet presAssocID="{1F05EA35-CFAD-4EAA-AF48-8159478AE23C}" presName="sibTrans" presStyleCnt="0"/>
      <dgm:spPr/>
    </dgm:pt>
    <dgm:pt modelId="{56F624E2-D835-423D-8961-060A10078520}" type="pres">
      <dgm:prSet presAssocID="{CD7F2252-8173-422B-923F-0103161275D3}" presName="node" presStyleLbl="node1" presStyleIdx="3" presStyleCnt="6">
        <dgm:presLayoutVars>
          <dgm:bulletEnabled val="1"/>
        </dgm:presLayoutVars>
      </dgm:prSet>
      <dgm:spPr/>
    </dgm:pt>
    <dgm:pt modelId="{7A4695E1-89F9-48D4-B3FD-AD40038D0906}" type="pres">
      <dgm:prSet presAssocID="{1C673731-CC45-4C46-91D4-B498EB58C3FE}" presName="sibTrans" presStyleCnt="0"/>
      <dgm:spPr/>
    </dgm:pt>
    <dgm:pt modelId="{D4AE2F3B-C619-47B2-96C6-51CE3AD1BB6E}" type="pres">
      <dgm:prSet presAssocID="{95D66D9A-5C05-4468-A384-81EC5FF2BFD6}" presName="node" presStyleLbl="node1" presStyleIdx="4" presStyleCnt="6">
        <dgm:presLayoutVars>
          <dgm:bulletEnabled val="1"/>
        </dgm:presLayoutVars>
      </dgm:prSet>
      <dgm:spPr/>
    </dgm:pt>
    <dgm:pt modelId="{5C68F64F-943F-42BA-A824-116207929893}" type="pres">
      <dgm:prSet presAssocID="{C8F0F6D0-20B9-41F8-946F-A4216B2B087E}" presName="sibTrans" presStyleCnt="0"/>
      <dgm:spPr/>
    </dgm:pt>
    <dgm:pt modelId="{C8FE74A5-386C-4927-B071-AEE25D24CE4D}" type="pres">
      <dgm:prSet presAssocID="{C3DC9E85-0505-4543-B972-757B4B388ED4}" presName="node" presStyleLbl="node1" presStyleIdx="5" presStyleCnt="6">
        <dgm:presLayoutVars>
          <dgm:bulletEnabled val="1"/>
        </dgm:presLayoutVars>
      </dgm:prSet>
      <dgm:spPr/>
    </dgm:pt>
  </dgm:ptLst>
  <dgm:cxnLst>
    <dgm:cxn modelId="{300A8034-394C-4C4B-99DD-C1DDE5DEB21F}" srcId="{D09937A4-7D31-4439-ABA5-8FEB0B6E8D32}" destId="{C3DC9E85-0505-4543-B972-757B4B388ED4}" srcOrd="5" destOrd="0" parTransId="{9480BBEF-77EB-4ECE-9BFF-F3B46AFBEACE}" sibTransId="{CBF4E27E-EFB5-4E46-8CA9-B4D283D1ACD8}"/>
    <dgm:cxn modelId="{F9B95A4A-00AE-4FE6-896F-1D2C5AE50A9A}" type="presOf" srcId="{D09937A4-7D31-4439-ABA5-8FEB0B6E8D32}" destId="{A3C44AD1-0D18-4991-8E8B-9F38D2851212}" srcOrd="0" destOrd="0" presId="urn:microsoft.com/office/officeart/2005/8/layout/default"/>
    <dgm:cxn modelId="{5756C44F-6E46-433E-9032-161B9B5AA7AF}" srcId="{D09937A4-7D31-4439-ABA5-8FEB0B6E8D32}" destId="{95D66D9A-5C05-4468-A384-81EC5FF2BFD6}" srcOrd="4" destOrd="0" parTransId="{E3AC250E-558B-438B-8F0F-7966EBBE039E}" sibTransId="{C8F0F6D0-20B9-41F8-946F-A4216B2B087E}"/>
    <dgm:cxn modelId="{5F26058E-E60C-41C4-9FD9-2FA934222492}" srcId="{D09937A4-7D31-4439-ABA5-8FEB0B6E8D32}" destId="{7788D78F-5C0A-4710-BFEE-82E8053D8899}" srcOrd="0" destOrd="0" parTransId="{6DDD2B23-3D59-4D07-812E-6ACA173B48CB}" sibTransId="{634BED66-F97F-485C-B724-28D5475131A0}"/>
    <dgm:cxn modelId="{32DBA88F-66D3-498D-9996-6760B3CFA720}" type="presOf" srcId="{95D66D9A-5C05-4468-A384-81EC5FF2BFD6}" destId="{D4AE2F3B-C619-47B2-96C6-51CE3AD1BB6E}" srcOrd="0" destOrd="0" presId="urn:microsoft.com/office/officeart/2005/8/layout/default"/>
    <dgm:cxn modelId="{1DD1FD90-7644-4FDB-B41B-427BAA4673F3}" srcId="{D09937A4-7D31-4439-ABA5-8FEB0B6E8D32}" destId="{D0C0DA07-B665-48C8-BC37-17E29B06E5E5}" srcOrd="2" destOrd="0" parTransId="{5C19E4EA-2616-40D7-9064-8D664A7C93CB}" sibTransId="{1F05EA35-CFAD-4EAA-AF48-8159478AE23C}"/>
    <dgm:cxn modelId="{842C0C9B-4824-49E8-97C4-36C083090130}" srcId="{D09937A4-7D31-4439-ABA5-8FEB0B6E8D32}" destId="{DA015CDB-C140-4E76-ACB9-AB04B186BC43}" srcOrd="1" destOrd="0" parTransId="{F446DC6A-F6BC-4FC8-A102-354A31D5EBC0}" sibTransId="{537AE101-4AD4-460F-B112-D0334DAAE2F0}"/>
    <dgm:cxn modelId="{BEB223B2-28C0-4CFA-86D5-7E64756B2538}" type="presOf" srcId="{7788D78F-5C0A-4710-BFEE-82E8053D8899}" destId="{06D9BB48-FF5E-46C9-B4FE-F4B14CDC4E28}" srcOrd="0" destOrd="0" presId="urn:microsoft.com/office/officeart/2005/8/layout/default"/>
    <dgm:cxn modelId="{777886B9-129F-47D1-B4EE-023622894FAA}" type="presOf" srcId="{C3DC9E85-0505-4543-B972-757B4B388ED4}" destId="{C8FE74A5-386C-4927-B071-AEE25D24CE4D}" srcOrd="0" destOrd="0" presId="urn:microsoft.com/office/officeart/2005/8/layout/default"/>
    <dgm:cxn modelId="{5ED11DE0-661A-478B-AE34-01CA85338143}" type="presOf" srcId="{D0C0DA07-B665-48C8-BC37-17E29B06E5E5}" destId="{055D55C3-1F0F-4B2B-BD75-9BC3DDBD47F6}" srcOrd="0" destOrd="0" presId="urn:microsoft.com/office/officeart/2005/8/layout/default"/>
    <dgm:cxn modelId="{41B4DDE7-4C1D-4D69-9F0E-6CAE97FFFC31}" srcId="{D09937A4-7D31-4439-ABA5-8FEB0B6E8D32}" destId="{CD7F2252-8173-422B-923F-0103161275D3}" srcOrd="3" destOrd="0" parTransId="{2A54DF6F-F056-4049-9C0A-4054BA19D86B}" sibTransId="{1C673731-CC45-4C46-91D4-B498EB58C3FE}"/>
    <dgm:cxn modelId="{376161E8-E7AB-41CF-A7F7-442833A28773}" type="presOf" srcId="{CD7F2252-8173-422B-923F-0103161275D3}" destId="{56F624E2-D835-423D-8961-060A10078520}" srcOrd="0" destOrd="0" presId="urn:microsoft.com/office/officeart/2005/8/layout/default"/>
    <dgm:cxn modelId="{CA773FF5-7AC9-4FA2-946E-638392BE61E7}" type="presOf" srcId="{DA015CDB-C140-4E76-ACB9-AB04B186BC43}" destId="{6480B9D7-4BE7-40CD-8047-6487CE7CE300}" srcOrd="0" destOrd="0" presId="urn:microsoft.com/office/officeart/2005/8/layout/default"/>
    <dgm:cxn modelId="{EE20DA1C-13A0-4138-B79D-68053F9625BF}" type="presParOf" srcId="{A3C44AD1-0D18-4991-8E8B-9F38D2851212}" destId="{06D9BB48-FF5E-46C9-B4FE-F4B14CDC4E28}" srcOrd="0" destOrd="0" presId="urn:microsoft.com/office/officeart/2005/8/layout/default"/>
    <dgm:cxn modelId="{B9DEA3B9-CCD7-4C7F-9F17-3EBB56F26462}" type="presParOf" srcId="{A3C44AD1-0D18-4991-8E8B-9F38D2851212}" destId="{63DE7EE0-F81B-41D2-9F2F-0B8CC2776832}" srcOrd="1" destOrd="0" presId="urn:microsoft.com/office/officeart/2005/8/layout/default"/>
    <dgm:cxn modelId="{91ECB3A9-C25F-40E5-B8D5-E9DFA767BCBE}" type="presParOf" srcId="{A3C44AD1-0D18-4991-8E8B-9F38D2851212}" destId="{6480B9D7-4BE7-40CD-8047-6487CE7CE300}" srcOrd="2" destOrd="0" presId="urn:microsoft.com/office/officeart/2005/8/layout/default"/>
    <dgm:cxn modelId="{136D0677-E3F7-4B60-8ABD-8630F5BBA26A}" type="presParOf" srcId="{A3C44AD1-0D18-4991-8E8B-9F38D2851212}" destId="{98F2CBBB-626D-4527-A9B5-BD3D9049448D}" srcOrd="3" destOrd="0" presId="urn:microsoft.com/office/officeart/2005/8/layout/default"/>
    <dgm:cxn modelId="{D46D2A45-040C-40D0-BC3C-2DF8EC99F46A}" type="presParOf" srcId="{A3C44AD1-0D18-4991-8E8B-9F38D2851212}" destId="{055D55C3-1F0F-4B2B-BD75-9BC3DDBD47F6}" srcOrd="4" destOrd="0" presId="urn:microsoft.com/office/officeart/2005/8/layout/default"/>
    <dgm:cxn modelId="{F8177786-1856-4AAF-B39F-14261865C4A3}" type="presParOf" srcId="{A3C44AD1-0D18-4991-8E8B-9F38D2851212}" destId="{CDC5D8F8-3C19-4371-A7A6-988377422611}" srcOrd="5" destOrd="0" presId="urn:microsoft.com/office/officeart/2005/8/layout/default"/>
    <dgm:cxn modelId="{D63EEDE4-22D8-4D0E-9D95-3B967A02E7C6}" type="presParOf" srcId="{A3C44AD1-0D18-4991-8E8B-9F38D2851212}" destId="{56F624E2-D835-423D-8961-060A10078520}" srcOrd="6" destOrd="0" presId="urn:microsoft.com/office/officeart/2005/8/layout/default"/>
    <dgm:cxn modelId="{1098CD78-3469-4137-884B-1992FFFFC2B7}" type="presParOf" srcId="{A3C44AD1-0D18-4991-8E8B-9F38D2851212}" destId="{7A4695E1-89F9-48D4-B3FD-AD40038D0906}" srcOrd="7" destOrd="0" presId="urn:microsoft.com/office/officeart/2005/8/layout/default"/>
    <dgm:cxn modelId="{07B44041-1B54-4905-899A-41F3AB892D79}" type="presParOf" srcId="{A3C44AD1-0D18-4991-8E8B-9F38D2851212}" destId="{D4AE2F3B-C619-47B2-96C6-51CE3AD1BB6E}" srcOrd="8" destOrd="0" presId="urn:microsoft.com/office/officeart/2005/8/layout/default"/>
    <dgm:cxn modelId="{7476AA19-9254-41DE-BC7F-2276A5013C4A}" type="presParOf" srcId="{A3C44AD1-0D18-4991-8E8B-9F38D2851212}" destId="{5C68F64F-943F-42BA-A824-116207929893}" srcOrd="9" destOrd="0" presId="urn:microsoft.com/office/officeart/2005/8/layout/default"/>
    <dgm:cxn modelId="{87AE0BDE-F992-4E8C-BACA-3A15C377F355}" type="presParOf" srcId="{A3C44AD1-0D18-4991-8E8B-9F38D2851212}" destId="{C8FE74A5-386C-4927-B071-AEE25D24CE4D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ED2E26-7B00-4999-BE8E-3BFEED445C8E}">
      <dsp:nvSpPr>
        <dsp:cNvPr id="0" name=""/>
        <dsp:cNvSpPr/>
      </dsp:nvSpPr>
      <dsp:spPr>
        <a:xfrm>
          <a:off x="582645" y="1178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/>
            <a:t>Dataset Information</a:t>
          </a:r>
          <a:endParaRPr lang="en-US" sz="2700" kern="1200"/>
        </a:p>
      </dsp:txBody>
      <dsp:txXfrm>
        <a:off x="582645" y="1178"/>
        <a:ext cx="2174490" cy="1304694"/>
      </dsp:txXfrm>
    </dsp:sp>
    <dsp:sp modelId="{26E13E3F-932C-401F-A4E9-6DEBE8923AA8}">
      <dsp:nvSpPr>
        <dsp:cNvPr id="0" name=""/>
        <dsp:cNvSpPr/>
      </dsp:nvSpPr>
      <dsp:spPr>
        <a:xfrm>
          <a:off x="2974584" y="1178"/>
          <a:ext cx="2174490" cy="130469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/>
            <a:t>• 150,001 Records</a:t>
          </a:r>
          <a:endParaRPr lang="en-US" sz="2700" kern="1200"/>
        </a:p>
      </dsp:txBody>
      <dsp:txXfrm>
        <a:off x="2974584" y="1178"/>
        <a:ext cx="2174490" cy="1304694"/>
      </dsp:txXfrm>
    </dsp:sp>
    <dsp:sp modelId="{7D35D03D-2D59-4792-AE22-258B47508285}">
      <dsp:nvSpPr>
        <dsp:cNvPr id="0" name=""/>
        <dsp:cNvSpPr/>
      </dsp:nvSpPr>
      <dsp:spPr>
        <a:xfrm>
          <a:off x="5366524" y="1178"/>
          <a:ext cx="2174490" cy="130469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/>
            <a:t>• 55 Features</a:t>
          </a:r>
          <a:endParaRPr lang="en-US" sz="2700" kern="1200"/>
        </a:p>
      </dsp:txBody>
      <dsp:txXfrm>
        <a:off x="5366524" y="1178"/>
        <a:ext cx="2174490" cy="1304694"/>
      </dsp:txXfrm>
    </dsp:sp>
    <dsp:sp modelId="{D0789DAE-8B09-4477-8BFF-23D712A9BB61}">
      <dsp:nvSpPr>
        <dsp:cNvPr id="0" name=""/>
        <dsp:cNvSpPr/>
      </dsp:nvSpPr>
      <dsp:spPr>
        <a:xfrm>
          <a:off x="7758464" y="1178"/>
          <a:ext cx="2174490" cy="1304694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/>
            <a:t>• Telecom xDR Dataset</a:t>
          </a:r>
          <a:endParaRPr lang="en-US" sz="2700" kern="1200"/>
        </a:p>
      </dsp:txBody>
      <dsp:txXfrm>
        <a:off x="7758464" y="1178"/>
        <a:ext cx="2174490" cy="1304694"/>
      </dsp:txXfrm>
    </dsp:sp>
    <dsp:sp modelId="{111EE64E-5AF6-46B8-8B11-B568543FE603}">
      <dsp:nvSpPr>
        <dsp:cNvPr id="0" name=""/>
        <dsp:cNvSpPr/>
      </dsp:nvSpPr>
      <dsp:spPr>
        <a:xfrm>
          <a:off x="582645" y="1523321"/>
          <a:ext cx="2174490" cy="1304694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/>
            <a:t>Major Categories</a:t>
          </a:r>
          <a:endParaRPr lang="en-US" sz="2700" kern="1200"/>
        </a:p>
      </dsp:txBody>
      <dsp:txXfrm>
        <a:off x="582645" y="1523321"/>
        <a:ext cx="2174490" cy="1304694"/>
      </dsp:txXfrm>
    </dsp:sp>
    <dsp:sp modelId="{85F2B067-7355-42BB-8ABA-B7F4368C892B}">
      <dsp:nvSpPr>
        <dsp:cNvPr id="0" name=""/>
        <dsp:cNvSpPr/>
      </dsp:nvSpPr>
      <dsp:spPr>
        <a:xfrm>
          <a:off x="2974584" y="1523321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/>
            <a:t>• User Information</a:t>
          </a:r>
          <a:endParaRPr lang="en-US" sz="2700" kern="1200"/>
        </a:p>
      </dsp:txBody>
      <dsp:txXfrm>
        <a:off x="2974584" y="1523321"/>
        <a:ext cx="2174490" cy="1304694"/>
      </dsp:txXfrm>
    </dsp:sp>
    <dsp:sp modelId="{CAB49B88-C7FA-4C31-8E11-9B81213491EC}">
      <dsp:nvSpPr>
        <dsp:cNvPr id="0" name=""/>
        <dsp:cNvSpPr/>
      </dsp:nvSpPr>
      <dsp:spPr>
        <a:xfrm>
          <a:off x="5366524" y="1523321"/>
          <a:ext cx="2174490" cy="130469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/>
            <a:t>• Network Information</a:t>
          </a:r>
          <a:endParaRPr lang="en-US" sz="2700" kern="1200"/>
        </a:p>
      </dsp:txBody>
      <dsp:txXfrm>
        <a:off x="5366524" y="1523321"/>
        <a:ext cx="2174490" cy="1304694"/>
      </dsp:txXfrm>
    </dsp:sp>
    <dsp:sp modelId="{EC9CA3C6-F848-4B3B-A006-487A0C83C947}">
      <dsp:nvSpPr>
        <dsp:cNvPr id="0" name=""/>
        <dsp:cNvSpPr/>
      </dsp:nvSpPr>
      <dsp:spPr>
        <a:xfrm>
          <a:off x="7758464" y="1523321"/>
          <a:ext cx="2174490" cy="130469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/>
            <a:t>• Traffic Information</a:t>
          </a:r>
          <a:endParaRPr lang="en-US" sz="2700" kern="1200"/>
        </a:p>
      </dsp:txBody>
      <dsp:txXfrm>
        <a:off x="7758464" y="1523321"/>
        <a:ext cx="2174490" cy="1304694"/>
      </dsp:txXfrm>
    </dsp:sp>
    <dsp:sp modelId="{5E84CB16-AB08-4083-A57A-56D68A373B4C}">
      <dsp:nvSpPr>
        <dsp:cNvPr id="0" name=""/>
        <dsp:cNvSpPr/>
      </dsp:nvSpPr>
      <dsp:spPr>
        <a:xfrm>
          <a:off x="2974584" y="3045465"/>
          <a:ext cx="2174490" cy="1304694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/>
            <a:t>• Application Usage</a:t>
          </a:r>
          <a:endParaRPr lang="en-US" sz="2700" kern="1200"/>
        </a:p>
      </dsp:txBody>
      <dsp:txXfrm>
        <a:off x="2974584" y="3045465"/>
        <a:ext cx="2174490" cy="1304694"/>
      </dsp:txXfrm>
    </dsp:sp>
    <dsp:sp modelId="{ACEF8713-7512-4760-BE98-92CD9E4A9C45}">
      <dsp:nvSpPr>
        <dsp:cNvPr id="0" name=""/>
        <dsp:cNvSpPr/>
      </dsp:nvSpPr>
      <dsp:spPr>
        <a:xfrm>
          <a:off x="5366524" y="3045465"/>
          <a:ext cx="2174490" cy="1304694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/>
            <a:t>• Device Information</a:t>
          </a:r>
          <a:endParaRPr lang="en-US" sz="2700" kern="1200"/>
        </a:p>
      </dsp:txBody>
      <dsp:txXfrm>
        <a:off x="5366524" y="3045465"/>
        <a:ext cx="2174490" cy="13046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D9BB48-FF5E-46C9-B4FE-F4B14CDC4E28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Recommendations</a:t>
          </a:r>
        </a:p>
      </dsp:txBody>
      <dsp:txXfrm>
        <a:off x="0" y="39687"/>
        <a:ext cx="3286125" cy="1971675"/>
      </dsp:txXfrm>
    </dsp:sp>
    <dsp:sp modelId="{6480B9D7-4BE7-40CD-8047-6487CE7CE300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Improve network quality</a:t>
          </a:r>
        </a:p>
      </dsp:txBody>
      <dsp:txXfrm>
        <a:off x="3614737" y="39687"/>
        <a:ext cx="3286125" cy="1971675"/>
      </dsp:txXfrm>
    </dsp:sp>
    <dsp:sp modelId="{055D55C3-1F0F-4B2B-BD75-9BC3DDBD47F6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Target high engagement customers</a:t>
          </a:r>
        </a:p>
      </dsp:txBody>
      <dsp:txXfrm>
        <a:off x="7229475" y="39687"/>
        <a:ext cx="3286125" cy="1971675"/>
      </dsp:txXfrm>
    </dsp:sp>
    <dsp:sp modelId="{56F624E2-D835-423D-8961-060A10078520}">
      <dsp:nvSpPr>
        <dsp:cNvPr id="0" name=""/>
        <dsp:cNvSpPr/>
      </dsp:nvSpPr>
      <dsp:spPr>
        <a:xfrm>
          <a:off x="0" y="2339975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Optimize low experience regions</a:t>
          </a:r>
        </a:p>
      </dsp:txBody>
      <dsp:txXfrm>
        <a:off x="0" y="2339975"/>
        <a:ext cx="3286125" cy="1971675"/>
      </dsp:txXfrm>
    </dsp:sp>
    <dsp:sp modelId="{D4AE2F3B-C619-47B2-96C6-51CE3AD1BB6E}">
      <dsp:nvSpPr>
        <dsp:cNvPr id="0" name=""/>
        <dsp:cNvSpPr/>
      </dsp:nvSpPr>
      <dsp:spPr>
        <a:xfrm>
          <a:off x="3614737" y="2339975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Promote premium plans</a:t>
          </a:r>
        </a:p>
      </dsp:txBody>
      <dsp:txXfrm>
        <a:off x="3614737" y="2339975"/>
        <a:ext cx="3286125" cy="1971675"/>
      </dsp:txXfrm>
    </dsp:sp>
    <dsp:sp modelId="{C8FE74A5-386C-4927-B071-AEE25D24CE4D}">
      <dsp:nvSpPr>
        <dsp:cNvPr id="0" name=""/>
        <dsp:cNvSpPr/>
      </dsp:nvSpPr>
      <dsp:spPr>
        <a:xfrm>
          <a:off x="7229475" y="2339975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Monitor heavy application users</a:t>
          </a:r>
        </a:p>
      </dsp:txBody>
      <dsp:txXfrm>
        <a:off x="7229475" y="2339975"/>
        <a:ext cx="3286125" cy="19716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67A0B-86D5-80BD-F442-9650EE3F6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DAC57-12BF-538A-3A00-B0D4FECE19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5019A-4A9E-74A1-0204-C0C3E5E62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5BA71-9EBF-47D7-B218-E502CA853A4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E747F-DDC5-BF11-BEE6-34DFB1233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3EAF9-797A-BD2C-E11B-2ECF322B6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BDB6F-0468-4498-92C2-4A8199459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334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96E1C-0757-7A60-0C59-6EC628562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75514-B837-ADDD-0DFF-E424D6938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88D09-1D3E-6649-6DD7-B899A8ED1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5BA71-9EBF-47D7-B218-E502CA853A4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B8FA2-D5F5-92B4-3428-10544E8C0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D0997-ECC1-079B-2279-D8940FB3B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BDB6F-0468-4498-92C2-4A8199459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615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760ED-2A4A-DB2C-2110-538EC9780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5BB788-2F04-B3F7-F096-67E54F079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AB1D4-473C-5FFB-DA72-93637B46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5BA71-9EBF-47D7-B218-E502CA853A4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282C1-E551-5C3A-24CF-97244DE22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3005F-9162-978D-4B35-BD944FAC5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BDB6F-0468-4498-92C2-4A8199459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515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DCFE5-01D5-C794-40F2-CDC2C64D7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7162B-2CD4-C6E8-B8D0-1C2B1F3ECE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D15262-668E-EE8E-7D15-785182C33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36DD9B-56CB-6E0E-1E0D-56159A1B1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5BA71-9EBF-47D7-B218-E502CA853A4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964DA8-11A1-6B83-C22F-80F50FEFE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84786-648E-2FE7-0640-934E70DD8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BDB6F-0468-4498-92C2-4A8199459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685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A39B9-2784-2B68-1CDB-6D7B21B1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75AD3-3162-01ED-A0F0-21FB63044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7A7DC-3BBB-0A35-41D1-2254D8808E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FB25E6-D5C5-6AFE-6B3F-6A8C044BB3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191040-F8C0-3EF2-8ED5-562F20EF2F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B78E4-5405-3FE1-F182-47AA88A29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5BA71-9EBF-47D7-B218-E502CA853A4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B7A182-ECE2-D49A-974E-98A71D465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A05335-0F4F-0408-7CB7-729422034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BDB6F-0468-4498-92C2-4A8199459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645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B3C46-45B2-7A08-82D4-CB80D8437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B49F31-78E7-7512-35B5-575DF2589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5BA71-9EBF-47D7-B218-E502CA853A4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E8486F-68D5-B11A-99FC-7DD43269D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68F76-D797-F7A9-6251-DC9A12F15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BDB6F-0468-4498-92C2-4A8199459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66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D179FF-7158-35BE-F07C-5DB3A6510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5BA71-9EBF-47D7-B218-E502CA853A4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30C3D8-4F65-6E32-4C3F-C4C04A43C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A416D-270B-9D48-2717-1F2371BA5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BDB6F-0468-4498-92C2-4A8199459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992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6AFEE-B70C-59F1-FF20-F2512DFFA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B8CF0-65C5-A9A6-A9D7-84D6090D7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C91EC2-3329-022E-7E7B-A91FC3013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330DB2-50B9-7F1E-F8D2-02AC2F4CF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5BA71-9EBF-47D7-B218-E502CA853A4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F9C22E-1116-06A3-3FB1-4BCA7768C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3B5AEB-6E6F-18D2-DA1A-CD2479636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BDB6F-0468-4498-92C2-4A8199459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671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345E1-D272-3982-E5E0-B2EC6C4F5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C2A3E9-69B8-B1BA-1388-81CE9FD8D8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1B3010-755A-2326-742E-30D77292C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898EC8-3B6C-3143-4DF5-307266004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5BA71-9EBF-47D7-B218-E502CA853A4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35866-D45F-594E-CDF0-E0685F230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18183D-A3BD-062B-CF79-37A08A939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BDB6F-0468-4498-92C2-4A8199459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036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77BCD-2D3E-CAF4-E8DA-8661059F6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ECAD76-966F-5D97-ABA0-C6030A158F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0899B-E0D5-01B2-A024-CD13EBDA8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5BA71-9EBF-47D7-B218-E502CA853A4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11DE6-F04C-242C-1E0C-A85FFCE3C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4430C-F929-092A-3CFB-1030A1D63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BDB6F-0468-4498-92C2-4A8199459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115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84FE46-511B-E0B8-CF59-BBEDD13E14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DD766E-199F-5A76-E42D-8763A6799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88D7A-9A8F-D694-B425-E0CF42715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5BA71-9EBF-47D7-B218-E502CA853A4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331C2-B845-2CB0-2C79-BA439D9CB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CCCD6-6EB1-D016-207A-3DD5C8E62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BDB6F-0468-4498-92C2-4A8199459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933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179687-070E-F066-1548-ECC4A7C29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085D9-5B08-E787-D989-8E37EB2BB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7FFE2-BAC2-A657-141D-86BD0F5A7B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C5BA71-9EBF-47D7-B218-E502CA853A4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4528F-C95B-3A60-72CE-8D21DFA1DC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871F7-5C2D-CEC0-B873-9F38FFE149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DBDB6F-0468-4498-92C2-4A8199459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85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1C1134-C77C-1305-1E17-059AB89F52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3577456"/>
            <a:ext cx="10909640" cy="1687814"/>
          </a:xfrm>
        </p:spPr>
        <p:txBody>
          <a:bodyPr anchor="b">
            <a:normAutofit/>
          </a:bodyPr>
          <a:lstStyle/>
          <a:p>
            <a:r>
              <a:rPr lang="en-IN" sz="5600"/>
              <a:t>TellCo Telecom Data Analysis &amp; Unsupervised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B8C592-36CA-503A-6C8E-37C0A04491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1" y="5660607"/>
            <a:ext cx="10909643" cy="552659"/>
          </a:xfrm>
        </p:spPr>
        <p:txBody>
          <a:bodyPr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Submitted to: NHIS | Prepared by: Sanskar Pandey</a:t>
            </a:r>
            <a:endParaRPr lang="en-US" dirty="0"/>
          </a:p>
          <a:p>
            <a:endParaRPr lang="en-IN" dirty="0"/>
          </a:p>
        </p:txBody>
      </p: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75D5F495-83E9-3F78-0730-9E3E94D0B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908" y="621091"/>
            <a:ext cx="6439588" cy="2683161"/>
          </a:xfrm>
          <a:prstGeom prst="rect">
            <a:avLst/>
          </a:prstGeom>
        </p:spPr>
      </p:pic>
      <p:sp>
        <p:nvSpPr>
          <p:cNvPr id="11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49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3AE1C7-F339-5B54-7F1B-71003B500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/>
              <a:t>Objectives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1FF7B-B90F-E59A-84BF-5485CA372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/>
              <a:t>• Analyze telecom customer behaviour.</a:t>
            </a:r>
          </a:p>
          <a:p>
            <a:endParaRPr lang="en-IN" sz="2200"/>
          </a:p>
          <a:p>
            <a:pPr marL="0" indent="0">
              <a:buNone/>
            </a:pPr>
            <a:r>
              <a:rPr lang="en-IN" sz="2200"/>
              <a:t>• Understand customer engagement.</a:t>
            </a:r>
          </a:p>
          <a:p>
            <a:endParaRPr lang="en-IN" sz="2200"/>
          </a:p>
          <a:p>
            <a:pPr marL="0" indent="0">
              <a:buNone/>
            </a:pPr>
            <a:r>
              <a:rPr lang="en-IN" sz="2200"/>
              <a:t>• Analyze network experience.</a:t>
            </a:r>
          </a:p>
          <a:p>
            <a:endParaRPr lang="en-IN" sz="2200"/>
          </a:p>
          <a:p>
            <a:pPr marL="0" indent="0">
              <a:buNone/>
            </a:pPr>
            <a:r>
              <a:rPr lang="en-IN" sz="2200"/>
              <a:t>• Estimate customer satisfaction.</a:t>
            </a:r>
          </a:p>
          <a:p>
            <a:endParaRPr lang="en-IN" sz="2200"/>
          </a:p>
          <a:p>
            <a:pPr marL="0" indent="0">
              <a:buNone/>
            </a:pPr>
            <a:r>
              <a:rPr lang="en-IN" sz="2200"/>
              <a:t>• Provide business recommendations for TellCo acquisition.</a:t>
            </a:r>
          </a:p>
        </p:txBody>
      </p:sp>
    </p:spTree>
    <p:extLst>
      <p:ext uri="{BB962C8B-B14F-4D97-AF65-F5344CB8AC3E}">
        <p14:creationId xmlns:p14="http://schemas.microsoft.com/office/powerpoint/2010/main" val="1029675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DA7760A-BB55-2251-48F0-6911CB60A13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678DED-1DB0-5D2D-E501-8793BBA44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/>
              <a:t>Dataset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C70E7B-629D-3645-4E63-FE0AFD6C3D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539877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33069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9B9C1F-93A7-6296-A77C-002E05256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IN" sz="5000"/>
              <a:t>User Overview Analysis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325F9-FA76-F55E-15E3-286F0213C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/>
              <a:t>Findings</a:t>
            </a:r>
          </a:p>
          <a:p>
            <a:endParaRPr lang="en-US" sz="2200"/>
          </a:p>
          <a:p>
            <a:r>
              <a:rPr lang="en-US" sz="2200"/>
              <a:t>• Apple dominate.</a:t>
            </a:r>
          </a:p>
          <a:p>
            <a:endParaRPr lang="en-US" sz="2200"/>
          </a:p>
          <a:p>
            <a:r>
              <a:rPr lang="en-US" sz="2200"/>
              <a:t>• Few handset models account for majority of users.</a:t>
            </a:r>
            <a:endParaRPr lang="en-IN" sz="22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77D387-686D-7E3F-561C-024E0B0E9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893665"/>
            <a:ext cx="5458968" cy="307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609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728BF3-7711-DD26-41E7-88F26D286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IN" sz="5000"/>
              <a:t>User Engagement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58E10-A18C-43F0-58B1-0752552BC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/>
              <a:t>Findings</a:t>
            </a:r>
          </a:p>
          <a:p>
            <a:pPr marL="0" indent="0">
              <a:buNone/>
            </a:pPr>
            <a:endParaRPr lang="en-US" sz="2200"/>
          </a:p>
          <a:p>
            <a:pPr marL="0" indent="0">
              <a:buNone/>
            </a:pPr>
            <a:r>
              <a:rPr lang="en-US" sz="2200"/>
              <a:t>• Gaming generated highest traffic.</a:t>
            </a:r>
          </a:p>
          <a:p>
            <a:pPr marL="0" indent="0">
              <a:buNone/>
            </a:pPr>
            <a:endParaRPr lang="en-US" sz="2200"/>
          </a:p>
          <a:p>
            <a:pPr marL="0" indent="0">
              <a:buNone/>
            </a:pPr>
            <a:r>
              <a:rPr lang="en-US" sz="2200"/>
              <a:t>• YouTube and Netflix follow.</a:t>
            </a:r>
          </a:p>
          <a:p>
            <a:pPr marL="0" indent="0">
              <a:buNone/>
            </a:pPr>
            <a:endParaRPr lang="en-US" sz="2200"/>
          </a:p>
          <a:p>
            <a:pPr marL="0" indent="0">
              <a:buNone/>
            </a:pPr>
            <a:r>
              <a:rPr lang="en-US" sz="2200"/>
              <a:t>• Heavy multimedia usage observed.</a:t>
            </a:r>
            <a:endParaRPr lang="en-IN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DC904A-3D16-187B-A2D0-35A8E4208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532008"/>
            <a:ext cx="5458968" cy="379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490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F4ACD4-7478-630B-FFEB-A77A97FD7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IN" sz="5400"/>
              <a:t>Correlation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A736A-B99D-7750-91A2-3E1005415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400"/>
              <a:t>Insights</a:t>
            </a:r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/>
              <a:t>• Strong positive correlation between</a:t>
            </a:r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/>
              <a:t>Session Duration</a:t>
            </a:r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/>
              <a:t>Traffic</a:t>
            </a:r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/>
              <a:t>Application Usage</a:t>
            </a:r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/>
              <a:t>• High traffic users tend to remain active longer.</a:t>
            </a:r>
            <a:endParaRPr lang="en-IN" sz="1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7DC0F0-6D0C-2BD7-3193-0816E0896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033878"/>
            <a:ext cx="5458968" cy="479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946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EE1A62-5F39-6299-4D98-3C9A17E8D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IN" sz="5400"/>
              <a:t>PCA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72682-D904-AA71-0865-82BD03B82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/>
              <a:t>PCA reduced the dimensionality while preserving most information.</a:t>
            </a:r>
          </a:p>
          <a:p>
            <a:endParaRPr lang="en-US" sz="2200"/>
          </a:p>
          <a:p>
            <a:r>
              <a:rPr lang="en-US" sz="2200"/>
              <a:t>Useful for visualization and clustering.</a:t>
            </a:r>
            <a:endParaRPr lang="en-IN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098F25-8BA8-8F74-E45F-D4C719677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566127"/>
            <a:ext cx="5458968" cy="372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331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C54DA2-493A-A135-20BD-AEBE08B23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IN" sz="5400"/>
              <a:t>User Experience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BBA37-B66A-D22B-1CB3-78806DC31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/>
              <a:t>Findings</a:t>
            </a:r>
          </a:p>
          <a:p>
            <a:pPr marL="0" indent="0">
              <a:buNone/>
            </a:pPr>
            <a:endParaRPr lang="en-US" sz="2200"/>
          </a:p>
          <a:p>
            <a:pPr marL="0" indent="0">
              <a:buNone/>
            </a:pPr>
            <a:r>
              <a:rPr lang="en-US" sz="2200"/>
              <a:t>• Throughput varies across handset types.</a:t>
            </a:r>
          </a:p>
          <a:p>
            <a:pPr marL="0" indent="0">
              <a:buNone/>
            </a:pPr>
            <a:endParaRPr lang="en-US" sz="2200"/>
          </a:p>
          <a:p>
            <a:pPr marL="0" indent="0">
              <a:buNone/>
            </a:pPr>
            <a:r>
              <a:rPr lang="en-US" sz="2200"/>
              <a:t>• Device capability influences user experience.</a:t>
            </a:r>
            <a:endParaRPr lang="en-IN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2D280B-A5A6-3991-D37C-09F25F4CC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728959"/>
            <a:ext cx="6903720" cy="340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231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00E9BA-5C02-0F10-3D87-DFA584710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IN" sz="5400"/>
              <a:t>Clustering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5823-B944-9014-9081-A5DBA037D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Users segmented into</a:t>
            </a:r>
          </a:p>
          <a:p>
            <a:endParaRPr lang="en-US" sz="2200"/>
          </a:p>
          <a:p>
            <a:r>
              <a:rPr lang="en-US" sz="2200"/>
              <a:t>Low Engagement</a:t>
            </a:r>
          </a:p>
          <a:p>
            <a:endParaRPr lang="en-US" sz="2200"/>
          </a:p>
          <a:p>
            <a:r>
              <a:rPr lang="en-US" sz="2200"/>
              <a:t>Medium Engagement</a:t>
            </a:r>
          </a:p>
          <a:p>
            <a:endParaRPr lang="en-US" sz="2200"/>
          </a:p>
          <a:p>
            <a:r>
              <a:rPr lang="en-US" sz="2200"/>
              <a:t>High Engagement</a:t>
            </a:r>
            <a:endParaRPr lang="en-IN" sz="22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5ACA8A-5A64-0E49-E12F-ECF6107EFC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2945740"/>
            <a:ext cx="6903720" cy="96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078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EFB186-B6FB-F24B-7870-689524D32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IN" sz="5000"/>
              <a:t>Satisfaction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71A26-6696-2CCE-6CA0-21D4EAC5E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000"/>
              <a:t>Customer satisfaction estimated using</a:t>
            </a:r>
          </a:p>
          <a:p>
            <a:endParaRPr lang="en-US" sz="2000"/>
          </a:p>
          <a:p>
            <a:r>
              <a:rPr lang="en-US" sz="2000"/>
              <a:t>Engagement Score</a:t>
            </a:r>
          </a:p>
          <a:p>
            <a:endParaRPr lang="en-US" sz="2000"/>
          </a:p>
          <a:p>
            <a:r>
              <a:rPr lang="en-US" sz="2000"/>
              <a:t>Experience Score</a:t>
            </a:r>
          </a:p>
          <a:p>
            <a:endParaRPr lang="en-US" sz="2000"/>
          </a:p>
          <a:p>
            <a:r>
              <a:rPr lang="en-US" sz="2000"/>
              <a:t>Top customers identified.</a:t>
            </a:r>
            <a:endParaRPr lang="en-IN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AC42DD-EB27-0083-A29C-032F7409F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728959"/>
            <a:ext cx="6903720" cy="340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812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A1EF1-F0C5-47CF-0DC4-07AAE4231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E4C621-385D-F591-6DD7-B064A1B79F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690" y="1400047"/>
            <a:ext cx="9576619" cy="538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489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5E5122D-FE63-DAE4-24D2-049AEA3AB07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127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A6B10E-4A1E-8003-205E-66C823331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/>
              <a:t>Business Recommendations</a:t>
            </a:r>
            <a:endParaRPr lang="en-IN" dirty="0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976C6871-24B7-CFB1-71AA-243AD9199B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933755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78260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88BAE2FC-3D54-C33E-6A59-C41BA9096FD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5622" b="1010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2B373C-ED07-7BDD-EEA2-8798C37B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CC9B4-CE40-ADB0-14FF-43A98F230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/>
              <a:t>✔ Successfully analyzed telecom users.</a:t>
            </a:r>
          </a:p>
          <a:p>
            <a:pPr marL="0" indent="0">
              <a:buNone/>
            </a:pPr>
            <a:endParaRPr lang="en-US" sz="2600"/>
          </a:p>
          <a:p>
            <a:pPr marL="0" indent="0">
              <a:buNone/>
            </a:pPr>
            <a:r>
              <a:rPr lang="en-US" sz="2600"/>
              <a:t>✔ Segmented customers.</a:t>
            </a:r>
          </a:p>
          <a:p>
            <a:pPr marL="0" indent="0">
              <a:buNone/>
            </a:pPr>
            <a:endParaRPr lang="en-US" sz="2600"/>
          </a:p>
          <a:p>
            <a:pPr marL="0" indent="0">
              <a:buNone/>
            </a:pPr>
            <a:r>
              <a:rPr lang="en-US" sz="2600"/>
              <a:t>✔ Identified high-value customers.</a:t>
            </a:r>
          </a:p>
          <a:p>
            <a:pPr marL="0" indent="0">
              <a:buNone/>
            </a:pPr>
            <a:endParaRPr lang="en-US" sz="2600"/>
          </a:p>
          <a:p>
            <a:pPr marL="0" indent="0">
              <a:buNone/>
            </a:pPr>
            <a:r>
              <a:rPr lang="en-US" sz="2600"/>
              <a:t>✔ Estimated customer satisfaction.</a:t>
            </a:r>
          </a:p>
          <a:p>
            <a:pPr marL="0" indent="0">
              <a:buNone/>
            </a:pPr>
            <a:endParaRPr lang="en-US" sz="2600"/>
          </a:p>
          <a:p>
            <a:pPr marL="0" indent="0">
              <a:buNone/>
            </a:pPr>
            <a:r>
              <a:rPr lang="en-US" sz="2600"/>
              <a:t>✔ Dashboard developed for visualization.</a:t>
            </a:r>
            <a:endParaRPr lang="en-IN" sz="2600"/>
          </a:p>
        </p:txBody>
      </p:sp>
    </p:spTree>
    <p:extLst>
      <p:ext uri="{BB962C8B-B14F-4D97-AF65-F5344CB8AC3E}">
        <p14:creationId xmlns:p14="http://schemas.microsoft.com/office/powerpoint/2010/main" val="894237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244</Words>
  <Application>Microsoft Office PowerPoint</Application>
  <PresentationFormat>Widescreen</PresentationFormat>
  <Paragraphs>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TellCo Telecom Data Analysis &amp; Unsupervised Machine Learning</vt:lpstr>
      <vt:lpstr>Objectives</vt:lpstr>
      <vt:lpstr>Dataset</vt:lpstr>
      <vt:lpstr>User Overview Analysis</vt:lpstr>
      <vt:lpstr>User Engagement</vt:lpstr>
      <vt:lpstr>Correlation</vt:lpstr>
      <vt:lpstr>PCA</vt:lpstr>
      <vt:lpstr>User Experience</vt:lpstr>
      <vt:lpstr>Clustering</vt:lpstr>
      <vt:lpstr>Satisfaction</vt:lpstr>
      <vt:lpstr>Dashboard</vt:lpstr>
      <vt:lpstr>Business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Sanskar Pandey</dc:creator>
  <cp:lastModifiedBy>Sanskar Pandey</cp:lastModifiedBy>
  <cp:revision>1</cp:revision>
  <dcterms:created xsi:type="dcterms:W3CDTF">2026-07-10T19:00:16Z</dcterms:created>
  <dcterms:modified xsi:type="dcterms:W3CDTF">2026-07-10T19:36:48Z</dcterms:modified>
</cp:coreProperties>
</file>